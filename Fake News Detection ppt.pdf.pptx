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88952" cy="6858000"/>
          </a:xfrm>
          <a:custGeom>
            <a:avLst/>
            <a:gdLst/>
            <a:ahLst/>
            <a:cxnLst/>
            <a:rect r="r" b="b" t="t" l="l"/>
            <a:pathLst>
              <a:path h="6858000" w="12188952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025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88952" cy="6858000"/>
          </a:xfrm>
          <a:custGeom>
            <a:avLst/>
            <a:gdLst/>
            <a:ahLst/>
            <a:cxnLst/>
            <a:rect r="r" b="b" t="t" l="l"/>
            <a:pathLst>
              <a:path h="6858000" w="12188952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5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88952" cy="6858000"/>
          </a:xfrm>
          <a:custGeom>
            <a:avLst/>
            <a:gdLst/>
            <a:ahLst/>
            <a:cxnLst/>
            <a:rect r="r" b="b" t="t" l="l"/>
            <a:pathLst>
              <a:path h="6858000" w="12188952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5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15800" cy="6858000"/>
          </a:xfrm>
          <a:custGeom>
            <a:avLst/>
            <a:gdLst/>
            <a:ahLst/>
            <a:cxnLst/>
            <a:rect r="r" b="b" t="t" l="l"/>
            <a:pathLst>
              <a:path h="6858000" w="12115800">
                <a:moveTo>
                  <a:pt x="0" y="0"/>
                </a:moveTo>
                <a:lnTo>
                  <a:pt x="12115800" y="0"/>
                </a:lnTo>
                <a:lnTo>
                  <a:pt x="121158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603" t="-267" r="0" b="-24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88952" cy="6858000"/>
          </a:xfrm>
          <a:custGeom>
            <a:avLst/>
            <a:gdLst/>
            <a:ahLst/>
            <a:cxnLst/>
            <a:rect r="r" b="b" t="t" l="l"/>
            <a:pathLst>
              <a:path h="6858000" w="12188952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158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7"/>
            <a:ext cx="12188952" cy="6857933"/>
          </a:xfrm>
          <a:custGeom>
            <a:avLst/>
            <a:gdLst/>
            <a:ahLst/>
            <a:cxnLst/>
            <a:rect r="r" b="b" t="t" l="l"/>
            <a:pathLst>
              <a:path h="6857933" w="12188952">
                <a:moveTo>
                  <a:pt x="0" y="0"/>
                </a:moveTo>
                <a:lnTo>
                  <a:pt x="12188952" y="0"/>
                </a:lnTo>
                <a:lnTo>
                  <a:pt x="12188952" y="6857933"/>
                </a:lnTo>
                <a:lnTo>
                  <a:pt x="0" y="6857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5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88952" cy="6858000"/>
          </a:xfrm>
          <a:custGeom>
            <a:avLst/>
            <a:gdLst/>
            <a:ahLst/>
            <a:cxnLst/>
            <a:rect r="r" b="b" t="t" l="l"/>
            <a:pathLst>
              <a:path h="6858000" w="12188952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66" r="0" b="-2692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88952" cy="6858000"/>
          </a:xfrm>
          <a:custGeom>
            <a:avLst/>
            <a:gdLst/>
            <a:ahLst/>
            <a:cxnLst/>
            <a:rect r="r" b="b" t="t" l="l"/>
            <a:pathLst>
              <a:path h="6858000" w="12188952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5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2188952" cy="6858000"/>
          </a:xfrm>
          <a:custGeom>
            <a:avLst/>
            <a:gdLst/>
            <a:ahLst/>
            <a:cxnLst/>
            <a:rect r="r" b="b" t="t" l="l"/>
            <a:pathLst>
              <a:path h="6858000" w="12188952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5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67"/>
            <a:ext cx="12188952" cy="6857933"/>
          </a:xfrm>
          <a:custGeom>
            <a:avLst/>
            <a:gdLst/>
            <a:ahLst/>
            <a:cxnLst/>
            <a:rect r="r" b="b" t="t" l="l"/>
            <a:pathLst>
              <a:path h="6857933" w="12188952">
                <a:moveTo>
                  <a:pt x="0" y="0"/>
                </a:moveTo>
                <a:lnTo>
                  <a:pt x="12188952" y="0"/>
                </a:lnTo>
                <a:lnTo>
                  <a:pt x="12188952" y="6857933"/>
                </a:lnTo>
                <a:lnTo>
                  <a:pt x="0" y="6857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25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DAG9R5IDG_A</dc:identifier>
  <dcterms:modified xsi:type="dcterms:W3CDTF">2011-08-01T06:04:30Z</dcterms:modified>
  <cp:revision>1</cp:revision>
  <dc:title>Fake News Detection ppt.pdf</dc:title>
</cp:coreProperties>
</file>